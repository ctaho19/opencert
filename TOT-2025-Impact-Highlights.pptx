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7F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2953512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2000"/>
              </a:spcAft>
              <a:buNone/>
            </a:pPr>
            <a:r>
              <a:rPr lang="en-US" sz="2200" b="1" dirty="0">
                <a:solidFill>
                  <a:srgbClr val="001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Onboarding Team: 2025 Impact Highlights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724323"/>
            <a:ext cx="2953512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013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year, the Talent Onboarding Team launched a focused initiative to strengthen G&amp;R's connection with interns, TDPs, and CSDPs—building community before, during, and after their time with us.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1000" y="4629150"/>
            <a:ext cx="29535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13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ONBOARDING TEAM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0013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75050" y="317450"/>
            <a:ext cx="49485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Accomplishments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75050" y="717500"/>
            <a:ext cx="2330500" cy="1838474"/>
          </a:xfrm>
          <a:prstGeom prst="roundRect">
            <a:avLst>
              <a:gd name="adj" fmla="val 4145"/>
            </a:avLst>
          </a:prstGeom>
          <a:solidFill>
            <a:srgbClr val="013D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Users/chris/Downloads/tot-impact-slide/icon-micro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7450" y="869900"/>
            <a:ext cx="355550" cy="3555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27450" y="1326952"/>
            <a:ext cx="20662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Tower Talk: Interns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27450" y="1546027"/>
            <a:ext cx="2066214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D6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an interactive session for summer interns to learn about G&amp;R career paths. </a:t>
            </a:r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BF5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attendance.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96050" y="717500"/>
            <a:ext cx="2330500" cy="1838474"/>
          </a:xfrm>
          <a:prstGeom prst="roundRect">
            <a:avLst>
              <a:gd name="adj" fmla="val 4145"/>
            </a:avLst>
          </a:prstGeom>
          <a:solidFill>
            <a:srgbClr val="013D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Users/chris/Downloads/tot-impact-slide/icon-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450" y="869900"/>
            <a:ext cx="355550" cy="3555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48450" y="1326952"/>
            <a:ext cx="206621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Tower Talk: TDPs &amp; CSDPs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648450" y="1688902"/>
            <a:ext cx="2066214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D6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a dedicated session for early-career talent in development programs. </a:t>
            </a:r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BF5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attendees.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3975050" y="2746474"/>
            <a:ext cx="2330500" cy="1838474"/>
          </a:xfrm>
          <a:prstGeom prst="roundRect">
            <a:avLst>
              <a:gd name="adj" fmla="val 4145"/>
            </a:avLst>
          </a:prstGeom>
          <a:solidFill>
            <a:srgbClr val="013D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2" descr="/Users/chris/Downloads/tot-impact-slide/icon-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450" y="2898874"/>
            <a:ext cx="355550" cy="3555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127450" y="3355925"/>
            <a:ext cx="20662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G&amp;R Session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127450" y="3575000"/>
            <a:ext cx="206621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D6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Facilitated an in-person onboarding session to introduce interns to the G&amp;R tower and connect them with team members.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6496050" y="2746474"/>
            <a:ext cx="2330500" cy="1838474"/>
          </a:xfrm>
          <a:prstGeom prst="roundRect">
            <a:avLst>
              <a:gd name="adj" fmla="val 4145"/>
            </a:avLst>
          </a:prstGeom>
          <a:solidFill>
            <a:srgbClr val="013D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/Users/chris/Downloads/tot-impact-slide/icon-l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450" y="2898874"/>
            <a:ext cx="355550" cy="3555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48450" y="3355925"/>
            <a:ext cx="20662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Recruiting Partnership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648450" y="3575000"/>
            <a:ext cx="206621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D6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Collaborated with Recruiting to reframe CSDP marketing—highlighting broader G&amp;R career paths. Engaged returning interns pre-start.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8160097" y="4711750"/>
            <a:ext cx="6797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6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G&amp;R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 Onboarding Team - 2025 Impact</dc:title>
  <dc:subject>PptxGenJS Presentation</dc:subject>
  <dc:creator>Cyber G&amp;R Talent Onboarding Team</dc:creator>
  <cp:lastModifiedBy>Cyber G&amp;R Talent Onboarding Team</cp:lastModifiedBy>
  <cp:revision>1</cp:revision>
  <dcterms:created xsi:type="dcterms:W3CDTF">2026-01-08T01:23:53Z</dcterms:created>
  <dcterms:modified xsi:type="dcterms:W3CDTF">2026-01-08T01:23:53Z</dcterms:modified>
</cp:coreProperties>
</file>